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3657600" cy="365760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097280"/>
            <a:ext cx="1218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 · 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184648" y="150876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1A56D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84648" y="16916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0" y="3520440"/>
            <a:ext cx="12188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0" y="4160520"/>
            <a:ext cx="12188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-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System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371600" y="49834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platform for Inventory, Purchasing &amp; Project Management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84648" y="5559552"/>
            <a:ext cx="18288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5669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5961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0" y="5669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— MVP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5961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5669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5961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5669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5961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</a:t>
            </a:r>
            <a:pPr indent="0" marL="0">
              <a:buNone/>
            </a:pPr>
            <a:r>
              <a:rPr lang="en-US" sz="3000" b="1" spc="-5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457200" cy="45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34440"/>
            <a:ext cx="36393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173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" y="17373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Inventory Control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19842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spreadsheets prone to errors, with no real-time visibility or audit trail.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61688" y="1234440"/>
            <a:ext cx="36393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4173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17373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Operations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19842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Purchasing, projects and warehouse run on separate systems with no data flow between them.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0456" y="1234440"/>
            <a:ext cx="36393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4173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5048" y="17373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Visibility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85048" y="19842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 for making informed decisions on stock, costs or project progress.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807208"/>
            <a:ext cx="36393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9900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" y="3310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Tracking Gaps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" y="3557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way to track which materials were dispatched to each site, costs or delivery status.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61688" y="2807208"/>
            <a:ext cx="36393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9900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3310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Transfers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3557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process to return unused materials to the warehouse or move stock between locations.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0456" y="2807208"/>
            <a:ext cx="36393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5048" y="29900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85048" y="3310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Documentation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85048" y="3557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contracts and project files stored without order or centralized traceability.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Project Inventory System?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Inventory System is a fully integrated web platform built for RMC that unifies inventory management, purchasing, and project operations in a single place.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department works with real-time data, full material traceability, and automatic reports — empowering smarter, faster decisions.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907792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0779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platform for the full cycle — from purchasing materials to dispatching to the job site and returning surplus to the warehouse."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46520" y="1188720"/>
            <a:ext cx="5239512" cy="502920"/>
          </a:xfrm>
          <a:prstGeom prst="roundRect">
            <a:avLst>
              <a:gd name="adj" fmla="val 18182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 access from any device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46520" y="1847088"/>
            <a:ext cx="5239512" cy="502920"/>
          </a:xfrm>
          <a:prstGeom prst="roundRect">
            <a:avLst>
              <a:gd name="adj" fmla="val 18182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material &amp; document traceability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2505456"/>
            <a:ext cx="5239512" cy="502920"/>
          </a:xfrm>
          <a:prstGeom prst="roundRect">
            <a:avLst>
              <a:gd name="adj" fmla="val 18182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59689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roles &amp; permissions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46520" y="3163824"/>
            <a:ext cx="5239512" cy="502920"/>
          </a:xfrm>
          <a:prstGeom prst="roundRect">
            <a:avLst>
              <a:gd name="adj" fmla="val 18182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25526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Automatic PDF generation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3822192"/>
            <a:ext cx="5239512" cy="502920"/>
          </a:xfrm>
          <a:prstGeom prst="roundRect">
            <a:avLst>
              <a:gd name="adj" fmla="val 18182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9136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One-click Excel export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4480560"/>
            <a:ext cx="5239512" cy="502920"/>
          </a:xfrm>
          <a:prstGeom prst="roundRect">
            <a:avLst>
              <a:gd name="adj" fmla="val 18182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45720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Modern, responsive design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46520" y="5138928"/>
            <a:ext cx="5239512" cy="502920"/>
          </a:xfrm>
          <a:prstGeom prst="roundRect">
            <a:avLst>
              <a:gd name="adj" fmla="val 18182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52303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Reliable local database backup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</a:t>
            </a:r>
            <a:pPr indent="0" marL="0">
              <a:buNone/>
            </a:pPr>
            <a:r>
              <a:rPr lang="en-US" sz="3000" b="1" spc="-5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457200" cy="45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118872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9844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6032" y="146304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97510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KPIs, stock alerts and executive overview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82112" y="118872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29844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82112" y="146304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91840" y="175564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197510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Facilities, racks, shelves and physical product locations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08192" y="118872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129844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08192" y="146304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175564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197510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with families, units, minimum stock and costs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034272" y="118872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34272" y="129844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034272" y="146304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0" y="175564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0" y="197510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orders, suppliers, documents and tracking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278892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89864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6032" y="306324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65760" y="335584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357530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materials, budgets and site dispatches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82112" y="278892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82112" y="289864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182112" y="306324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291840" y="335584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91840" y="357530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receipt, verification and warehouse placement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08192" y="278892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289864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08192" y="306324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217920" y="335584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17920" y="357530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movements between locations with full traceability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034272" y="278892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34272" y="289864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034272" y="306324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9144000" y="335584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144000" y="357530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Suppliers, clients and contractors in one registry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438912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" y="449884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6032" y="466344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65760" y="495604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65760" y="517550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calendar and team task tracking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182112" y="438912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82112" y="449884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182112" y="466344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3291840" y="495604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291840" y="517550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purchasing analytics exportable to PDF/Excel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08192" y="438912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8192" y="449884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08192" y="466344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6217920" y="495604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217920" y="517550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parameters, users, roles and master data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034272" y="4389120"/>
            <a:ext cx="272491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34272" y="449884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034272" y="466344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9144000" y="495604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9144000" y="517550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ready for new features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 </a:t>
            </a:r>
            <a:pPr indent="0" marL="0">
              <a:buNone/>
            </a:pPr>
            <a:r>
              <a:rPr lang="en-US" sz="3000" b="1" spc="-5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457200" cy="45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6126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7008" y="129844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Warehouse Map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1554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layout of the facility with identified racks and shelves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176272"/>
            <a:ext cx="6126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77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7008" y="22860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Product Location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07008" y="25420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has a precise position: Warehouse → Rack → Shelf → Qty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163824"/>
            <a:ext cx="6126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649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327355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Stock Alerts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352958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notifications when inventory drops below configured levels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151376"/>
            <a:ext cx="6126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35254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07008" y="426110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Control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07008" y="451713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history of receipts, withdrawals and transfers with timestamps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5138928"/>
            <a:ext cx="6126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53400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7008" y="524865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07008" y="55046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multiple facilities with independent management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49440" y="1188720"/>
            <a:ext cx="4736592" cy="4983480"/>
          </a:xfrm>
          <a:prstGeom prst="roundRect">
            <a:avLst>
              <a:gd name="adj" fmla="val 193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13258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HIERARCHY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32320" y="1719072"/>
            <a:ext cx="54864" cy="6400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72400" y="1810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0" y="1810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0" y="2706624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2798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72400" y="27980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0" y="27980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32320" y="3694176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772400" y="37856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515600" y="37856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32320" y="4681728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0" y="4773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772400" y="4773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+ Stock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515600" y="47731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0" y="5577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structure allows any product to be located instantly and maintains accurate inventory by physical location.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Management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98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" y="16824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9385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requirement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67712" y="16002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06624" y="12344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1298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06624" y="16824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06624" y="19385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budget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26864" y="16002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65776" y="12344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5776" y="1298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65776" y="16824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65776" y="19385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to supplier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86016" y="16002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424928" y="12344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4928" y="1298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24928" y="16824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24928" y="19385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into warehouse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345168" y="16002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84080" y="12344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1298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84080" y="16824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84080" y="19385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2633472"/>
            <a:ext cx="3749040" cy="3246120"/>
          </a:xfrm>
          <a:prstGeom prst="roundRect">
            <a:avLst>
              <a:gd name="adj" fmla="val 2817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7614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MANAGEMENT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0352" y="3035808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Centralized supplier registry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 history per supplier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 comparison tools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Contact data &amp; terms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0" y="2633472"/>
            <a:ext cx="3749040" cy="3246120"/>
          </a:xfrm>
          <a:prstGeom prst="roundRect">
            <a:avLst>
              <a:gd name="adj" fmla="val 2817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27614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CONTROL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80560" y="3035808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Draft / Sent / Received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Invoice &amp; document attachment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PDF generation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search &amp; filters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47888" y="2633472"/>
            <a:ext cx="3749040" cy="3246120"/>
          </a:xfrm>
          <a:prstGeom prst="roundRect">
            <a:avLst>
              <a:gd name="adj" fmla="val 2817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0768" y="27614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30768" y="3035808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purchase linked to a project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Item-by-item tracking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change audit trail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 delivery alerts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</a:t>
            </a:r>
            <a:pPr indent="0" marL="0">
              <a:buNone/>
            </a:pPr>
            <a:r>
              <a:rPr lang="en-US" sz="3000" b="1" spc="-5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457200" cy="45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1188720"/>
            <a:ext cx="5687568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3898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Planning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2064" y="18470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 per project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" y="21945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1305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live warehouse inventory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2064" y="25420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24780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vs. dispatched tracking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" y="288950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8254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material alerts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" y="323697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3172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vs. actual cost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5687568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13898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13898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Dispatch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73952" y="18470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withdrawal from warehouse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73952" y="21945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656832" y="21305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progress bar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73952" y="25420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656832" y="24780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dispatch documents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73952" y="288950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656832" y="28254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material traceability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73952" y="323697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656832" y="3172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stock update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822192"/>
            <a:ext cx="5687568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🔙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87552" y="40233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12064" y="44805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44165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surplus return process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2064" y="48280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" y="47640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restock to warehouse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2064" y="517550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" y="51114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history per project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2064" y="552297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94944" y="5458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KPI adjustment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3822192"/>
            <a:ext cx="5687568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088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949440" y="40233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473952" y="44805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6656832" y="44165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plans, contracts &amp; permits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73952" y="48280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6656832" y="47640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material request generation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473952" y="517550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6656832" y="51114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history per project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73952" y="552297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656832" y="5458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all project files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Data Analytics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84048" y="1234440"/>
            <a:ext cx="5687568" cy="2423160"/>
          </a:xfrm>
          <a:prstGeom prst="roundRect">
            <a:avLst>
              <a:gd name="adj" fmla="val 3774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4630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" y="1984248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valuation by warehouse, below-minimum products, material turnover and category analysis.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5216" y="315468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1729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· Excel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3886200"/>
            <a:ext cx="5687568" cy="2423160"/>
          </a:xfrm>
          <a:prstGeom prst="roundRect">
            <a:avLst>
              <a:gd name="adj" fmla="val 3774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07008" y="41148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Report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" y="4636008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by supplier, monthly spend trend, price comparison and active order status.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" y="580644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582472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· Excel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45936" y="1234440"/>
            <a:ext cx="5687568" cy="2423160"/>
          </a:xfrm>
          <a:prstGeom prst="roundRect">
            <a:avLst>
              <a:gd name="adj" fmla="val 3774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168896" y="14630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Report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47104" y="1984248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progress per project, planned vs. actual budget and pending material deliveries.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47104" y="315468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31729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· Excel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45936" y="3886200"/>
            <a:ext cx="5687568" cy="2423160"/>
          </a:xfrm>
          <a:prstGeom prst="roundRect">
            <a:avLst>
              <a:gd name="adj" fmla="val 3774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168896" y="41148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47104" y="4636008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KPIs: inventory value, active orders, ongoing projects and critical operation alerts.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47104" y="580644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582472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On-screen · PDF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 for RMC</a:t>
            </a:r>
            <a:pPr indent="0" marL="0">
              <a:buNone/>
            </a:pPr>
            <a:r>
              <a:rPr lang="en-US" sz="3000" b="1" spc="-5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457200" cy="45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11887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353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38912" y="19385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Stock Control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21284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spreadsheet tracking and centralizes all data in a single system.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33672" y="11887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1353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416552" y="19385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Traceability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16552" y="221284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purchase to dispatch, every movement is logged with date and responsible party.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11312" y="118872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353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94192" y="19385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from Disorganization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94192" y="221284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alerts and material tracking eliminate losses from misplacement or disorder.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35661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7307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38912" y="43159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459028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reports with real data enable better purchasing and project planning.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33672" y="35661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33672" y="37307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416552" y="43159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16552" y="459028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Warehouse, purchasing and projects in one place. No more emails, chats or loose files.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11312" y="356616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1312" y="37307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8394192" y="43159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94192" y="459028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that grows with the company: new warehouses, users and features.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&amp; Reliable 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84048" y="1234440"/>
            <a:ext cx="5687568" cy="694944"/>
          </a:xfrm>
          <a:prstGeom prst="roundRect">
            <a:avLst>
              <a:gd name="adj" fmla="val 13158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3075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Latest-generation web framework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12080" y="1417320"/>
            <a:ext cx="768096" cy="320040"/>
          </a:xfrm>
          <a:prstGeom prst="roundRect">
            <a:avLst>
              <a:gd name="adj" fmla="val 2857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435608"/>
            <a:ext cx="7680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2075688"/>
            <a:ext cx="5687568" cy="694944"/>
          </a:xfrm>
          <a:prstGeom prst="roundRect">
            <a:avLst>
              <a:gd name="adj" fmla="val 13158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+ SQLite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414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and portable database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2080" y="2258568"/>
            <a:ext cx="768096" cy="320040"/>
          </a:xfrm>
          <a:prstGeom prst="roundRect">
            <a:avLst>
              <a:gd name="adj" fmla="val 2857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276856"/>
            <a:ext cx="7680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2916936"/>
            <a:ext cx="5687568" cy="694944"/>
          </a:xfrm>
          <a:prstGeom prst="roundRect">
            <a:avLst>
              <a:gd name="adj" fmla="val 13158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81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29900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826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accessible interface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3099816"/>
            <a:ext cx="768096" cy="320040"/>
          </a:xfrm>
          <a:prstGeom prst="roundRect">
            <a:avLst>
              <a:gd name="adj" fmla="val 2857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3118104"/>
            <a:ext cx="7680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4048" y="3758184"/>
            <a:ext cx="5687568" cy="694944"/>
          </a:xfrm>
          <a:prstGeom prst="roundRect">
            <a:avLst>
              <a:gd name="adj" fmla="val 13158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922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05840" y="38313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Runtime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239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JavaScript server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12080" y="3941064"/>
            <a:ext cx="768096" cy="320040"/>
          </a:xfrm>
          <a:prstGeom prst="roundRect">
            <a:avLst>
              <a:gd name="adj" fmla="val 2857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959352"/>
            <a:ext cx="7680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" y="4599432"/>
            <a:ext cx="5687568" cy="694944"/>
          </a:xfrm>
          <a:prstGeom prst="roundRect">
            <a:avLst>
              <a:gd name="adj" fmla="val 13158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64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05840" y="46725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PDF + xlsx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49651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report generation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12080" y="4782312"/>
            <a:ext cx="768096" cy="320040"/>
          </a:xfrm>
          <a:prstGeom prst="roundRect">
            <a:avLst>
              <a:gd name="adj" fmla="val 2857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4800600"/>
            <a:ext cx="7680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4048" y="5440680"/>
            <a:ext cx="5687568" cy="694944"/>
          </a:xfrm>
          <a:prstGeom prst="roundRect">
            <a:avLst>
              <a:gd name="adj" fmla="val 13158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605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05840" y="55138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+ TypeScript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5806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 &amp; typed codebase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12080" y="5623560"/>
            <a:ext cx="768096" cy="320040"/>
          </a:xfrm>
          <a:prstGeom prst="roundRect">
            <a:avLst>
              <a:gd name="adj" fmla="val 2857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5641848"/>
            <a:ext cx="7680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46520" y="1234440"/>
            <a:ext cx="5330952" cy="5394960"/>
          </a:xfrm>
          <a:prstGeom prst="roundRect">
            <a:avLst>
              <a:gd name="adj" fmla="val 1715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13716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29400" y="1737360"/>
            <a:ext cx="4937760" cy="804672"/>
          </a:xfrm>
          <a:prstGeom prst="roundRect">
            <a:avLst>
              <a:gd name="adj" fmla="val 11364"/>
            </a:avLst>
          </a:prstGeom>
          <a:solidFill>
            <a:srgbClr val="0F1E3D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17922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720840" y="19933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(Browser / Desktop)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732520" y="2560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629400" y="2788920"/>
            <a:ext cx="4937760" cy="804672"/>
          </a:xfrm>
          <a:prstGeom prst="roundRect">
            <a:avLst>
              <a:gd name="adj" fmla="val 11364"/>
            </a:avLst>
          </a:prstGeom>
          <a:solidFill>
            <a:srgbClr val="0F1E3D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0840" y="284378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720840" y="30449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— Pages + API Routes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73252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29400" y="3840480"/>
            <a:ext cx="4937760" cy="804672"/>
          </a:xfrm>
          <a:prstGeom prst="roundRect">
            <a:avLst>
              <a:gd name="adj" fmla="val 11364"/>
            </a:avLst>
          </a:prstGeom>
          <a:solidFill>
            <a:srgbClr val="0F1E3D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389534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720840" y="40965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Validations (Zod) · Logic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732520" y="466344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629400" y="4892040"/>
            <a:ext cx="4937760" cy="804672"/>
          </a:xfrm>
          <a:prstGeom prst="roundRect">
            <a:avLst>
              <a:gd name="adj" fmla="val 11364"/>
            </a:avLst>
          </a:prstGeom>
          <a:solidFill>
            <a:srgbClr val="0F1E3D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20840" y="494690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720840" y="51480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→ SQLite Database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629400" y="59893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modular architecture.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deploy on local server or cloud.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pPr indent="0" marL="0">
              <a:buNone/>
            </a:pPr>
            <a:r>
              <a:rPr lang="en-US" sz="3000" b="1" spc="-5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457200" cy="45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Shape 4"/>
          <p:cNvSpPr/>
          <p:nvPr/>
        </p:nvSpPr>
        <p:spPr>
          <a:xfrm>
            <a:off x="2084832" y="1417320"/>
            <a:ext cx="36576" cy="4983480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93392" y="1554480"/>
            <a:ext cx="219456" cy="219456"/>
          </a:xfrm>
          <a:prstGeom prst="ellipse">
            <a:avLst/>
          </a:prstGeom>
          <a:solidFill>
            <a:srgbClr val="10B981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5728" y="1463040"/>
            <a:ext cx="940003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5544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Development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0" y="1572768"/>
            <a:ext cx="2468880" cy="256032"/>
          </a:xfrm>
          <a:prstGeom prst="roundRect">
            <a:avLst>
              <a:gd name="adj" fmla="val 35714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15819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78608" y="1865376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modules: Dashboard, Warehouses, Products, Purchasing, Projects and base Reports. Database and architecture design.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788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035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93392" y="2834640"/>
            <a:ext cx="219456" cy="219456"/>
          </a:xfrm>
          <a:prstGeom prst="ellipse">
            <a:avLst/>
          </a:prstGeom>
          <a:solidFill>
            <a:srgbClr val="1A56DB"/>
          </a:solidFill>
          <a:ln w="25400">
            <a:solidFill>
              <a:srgbClr val="1A56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95728" y="2743200"/>
            <a:ext cx="940003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28346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&amp; Pilot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0" y="2852928"/>
            <a:ext cx="2468880" cy="256032"/>
          </a:xfrm>
          <a:prstGeom prst="roundRect">
            <a:avLst>
              <a:gd name="adj" fmla="val 35714"/>
            </a:avLst>
          </a:prstGeom>
          <a:solidFill>
            <a:srgbClr val="DBEAF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8620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78608" y="3145536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&amp; workflow review, Receiving and Transfer modules, PDF generation, and real environment testing.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3159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93392" y="4114800"/>
            <a:ext cx="219456" cy="219456"/>
          </a:xfrm>
          <a:prstGeom prst="ellipse">
            <a:avLst/>
          </a:prstGeom>
          <a:solidFill>
            <a:srgbClr val="DDE4F0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95728" y="4023360"/>
            <a:ext cx="940003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8608" y="4114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Training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0" y="4133088"/>
            <a:ext cx="2468880" cy="256032"/>
          </a:xfrm>
          <a:prstGeom prst="roundRect">
            <a:avLst>
              <a:gd name="adj" fmla="val 35714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0" y="41422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78608" y="4425696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on RMC servers, historical data migration, team training and initial go-live support.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5349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55961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93392" y="5394960"/>
            <a:ext cx="219456" cy="219456"/>
          </a:xfrm>
          <a:prstGeom prst="ellipse">
            <a:avLst/>
          </a:prstGeom>
          <a:solidFill>
            <a:srgbClr val="DDE4F0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95728" y="5303520"/>
            <a:ext cx="940003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78608" y="53949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Expansion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0" y="5413248"/>
            <a:ext cx="2468880" cy="256032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0" y="542239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578608" y="5705856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integrations, warehouse mobile app, quotation module and advanced business intelligence.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097280"/>
            <a:ext cx="3657600" cy="365760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84648" y="4572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1A56D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84648" y="5943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0" y="2487168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RMC's Digital Future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-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Here.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371600" y="38862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system to digitize operations, control inventory and make smarter decisions.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84648" y="4462272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4681728"/>
            <a:ext cx="2212848" cy="749808"/>
          </a:xfrm>
          <a:prstGeom prst="roundRect">
            <a:avLst>
              <a:gd name="adj" fmla="val 12195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736592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029200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Modules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39312" y="4681728"/>
            <a:ext cx="2212848" cy="749808"/>
          </a:xfrm>
          <a:prstGeom prst="roundRect">
            <a:avLst>
              <a:gd name="adj" fmla="val 12195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4736592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39312" y="5029200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RMC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81344" y="4681728"/>
            <a:ext cx="2212848" cy="749808"/>
          </a:xfrm>
          <a:prstGeom prst="roundRect">
            <a:avLst>
              <a:gd name="adj" fmla="val 12195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4736592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1344" y="5029200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Anywhere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723376" y="4681728"/>
            <a:ext cx="2212848" cy="749808"/>
          </a:xfrm>
          <a:prstGeom prst="roundRect">
            <a:avLst>
              <a:gd name="adj" fmla="val 12195"/>
            </a:avLst>
          </a:prstGeom>
          <a:solidFill>
            <a:srgbClr val="1A2F55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23376" y="4736592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23376" y="5029200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Inventory System  ·  RMC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2026-04-23T02:08:36Z</dcterms:created>
  <dcterms:modified xsi:type="dcterms:W3CDTF">2026-04-23T02:08:36Z</dcterms:modified>
</cp:coreProperties>
</file>